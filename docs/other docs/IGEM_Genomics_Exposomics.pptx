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1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229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" y="91440"/>
            <a:ext cx="54864" cy="54864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64592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1440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310896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" y="38404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74320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" y="502920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56692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56692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97696" y="4997196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51392" y="494233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14232" y="50063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33688" y="4786884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78240" y="472287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04504" y="4832604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52560" y="459486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06256" y="453999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95944" y="453999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kern="0" spc="4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r>
              <a:rPr lang="en-US" sz="110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10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 —  EXPOSOMICS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23360" y="3017520"/>
            <a:ext cx="548640" cy="36576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548640" cy="36576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Genomics and Exposomics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3511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decode Gene — Environment Interactions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150108" y="4526280"/>
            <a:ext cx="329184" cy="329184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528" y="4598700"/>
            <a:ext cx="184343" cy="184343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653028" y="4526280"/>
            <a:ext cx="329184" cy="32918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448" y="4598700"/>
            <a:ext cx="184343" cy="184343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155948" y="4526280"/>
            <a:ext cx="329184" cy="32918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368" y="4598700"/>
            <a:ext cx="184343" cy="184343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658868" y="4526280"/>
            <a:ext cx="329184" cy="329184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288" y="4598700"/>
            <a:ext cx="184343" cy="184343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161788" y="4526280"/>
            <a:ext cx="329184" cy="329184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4208" y="4598700"/>
            <a:ext cx="184343" cy="184343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664708" y="4526280"/>
            <a:ext cx="329184" cy="32918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7128" y="4598700"/>
            <a:ext cx="184343" cy="184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7696" y="91440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16459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914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33688" y="310896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38404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04504" y="274320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50292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95944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4997196"/>
            <a:ext cx="54864" cy="54864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4942332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500634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4786884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472287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832604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" y="459486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640080" cy="457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 × Environment is hard.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COMBINATORIAL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possible interactions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657600" cy="292608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~20K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~100K+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exposures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billions of pairs to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80560" y="1554480"/>
            <a:ext cx="73152" cy="86868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746504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62" y="1857146"/>
            <a:ext cx="281635" cy="28163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search space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5780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testing of every gene × exposure pair is statistically and computationally infeasible.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80560" y="2532888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480560" y="2532888"/>
            <a:ext cx="73152" cy="86868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17720" y="2724912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62" y="2835554"/>
            <a:ext cx="281635" cy="28163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5780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Multiple-testing burden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57800" y="2944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scans collapse statistical power; signals are buried in noise.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480560" y="3511296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480560" y="3511296"/>
            <a:ext cx="73152" cy="86868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617720" y="370332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3813962"/>
            <a:ext cx="281635" cy="28163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57800" y="3630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biological context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257800" y="39227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without pathway/disease context are hard to interpret and prioritise.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7696" y="91440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16459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914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33688" y="310896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38404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04504" y="274320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50292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95944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4997196"/>
            <a:ext cx="54864" cy="54864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4942332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500634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4786884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472287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832604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" y="459486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640080" cy="457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IGEM Platform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workflow. Anywhere.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IGEM GIVES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design pillars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73152" cy="150876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86811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2651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workflow on laptop, cloud, or HPC.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0" y="1508760"/>
            <a:ext cx="73152" cy="150876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74720" y="1737360"/>
            <a:ext cx="594360" cy="5943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18681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74720" y="2651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snapshots produce identical results.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150876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73152" cy="150876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400800" y="173736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1868119"/>
            <a:ext cx="332842" cy="33284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Private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00800" y="2651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local — only queries go out.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737360" y="32004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1737360" y="3200400"/>
            <a:ext cx="73152" cy="150876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2011680" y="342900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439" y="3559759"/>
            <a:ext cx="332842" cy="33284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011680" y="4069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2011680" y="4343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enable massively parallel HPC runs.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663440" y="32004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663440" y="3200400"/>
            <a:ext cx="73152" cy="150876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937760" y="3429000"/>
            <a:ext cx="594360" cy="5943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519" y="3559759"/>
            <a:ext cx="332842" cy="33284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937760" y="4069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Informed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4937760" y="4343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reduces the search space to what matters.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7696" y="91440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16459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914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33688" y="310896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38404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04504" y="274320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50292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95944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4997196"/>
            <a:ext cx="54864" cy="54864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4942332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500634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4786884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472287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832604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" y="459486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640080" cy="457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server, and storage — same interface, different backend.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 CONCEPTS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Same workflow everywhere.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2860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73152" cy="301752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Transport-agnostic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50008"/>
            <a:ext cx="420624" cy="42062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" y="2442545"/>
            <a:ext cx="235549" cy="2355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78992" y="23682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78992" y="255117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" y="3063240"/>
            <a:ext cx="420624" cy="42062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" y="3155777"/>
            <a:ext cx="235549" cy="2355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30815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78992" y="32644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access from anywhere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66928" y="3776472"/>
            <a:ext cx="420624" cy="420624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" y="3869009"/>
            <a:ext cx="235549" cy="23554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8992" y="37947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078992" y="39776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15768" y="3017520"/>
            <a:ext cx="365760" cy="0"/>
          </a:xfrm>
          <a:prstGeom prst="line">
            <a:avLst/>
          </a:prstGeom>
          <a:noFill/>
          <a:ln w="25400">
            <a:solidFill>
              <a:srgbClr val="189C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154680" y="1600200"/>
            <a:ext cx="28346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154680" y="1600200"/>
            <a:ext cx="73152" cy="30175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319272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 SERVER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319272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Secure API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337560" y="2350008"/>
            <a:ext cx="365760" cy="3657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027" y="2430475"/>
            <a:ext cx="204826" cy="2048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794760" y="23500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3794760" y="25328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queries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337560" y="2880360"/>
            <a:ext cx="365760" cy="3657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027" y="2960827"/>
            <a:ext cx="204826" cy="20482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94760" y="28803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3794760" y="30632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&amp; semantic search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3337560" y="3410712"/>
            <a:ext cx="365760" cy="3657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8027" y="3491179"/>
            <a:ext cx="204826" cy="20482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794760" y="34107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3794760" y="359359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Genes, variants, exposures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337560" y="3941064"/>
            <a:ext cx="365760" cy="36576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8027" y="4021531"/>
            <a:ext cx="204826" cy="20482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794760" y="39410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Curation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3794760" y="41239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curator edits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053328" y="3017520"/>
            <a:ext cx="365760" cy="0"/>
          </a:xfrm>
          <a:prstGeom prst="line">
            <a:avLst/>
          </a:prstGeom>
          <a:noFill/>
          <a:ln w="25400">
            <a:solidFill>
              <a:srgbClr val="189C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6492240" y="1600200"/>
            <a:ext cx="22860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6492240" y="1600200"/>
            <a:ext cx="73152" cy="301752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6656832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656832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6693408" y="2423160"/>
            <a:ext cx="420624" cy="420624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5945" y="2515697"/>
            <a:ext cx="235549" cy="235549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205472" y="2441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7205472" y="2624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 — read/write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6693408" y="3291840"/>
            <a:ext cx="420624" cy="420624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5945" y="3384377"/>
            <a:ext cx="235549" cy="235549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7205472" y="33101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Parquet</a:t>
            </a:r>
            <a:endParaRPr lang="en-US" sz="1150" dirty="0"/>
          </a:p>
        </p:txBody>
      </p:sp>
      <p:sp>
        <p:nvSpPr>
          <p:cNvPr id="57" name="Text 46"/>
          <p:cNvSpPr/>
          <p:nvPr/>
        </p:nvSpPr>
        <p:spPr>
          <a:xfrm>
            <a:off x="7205472" y="34930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HPC snapshot</a:t>
            </a:r>
            <a:endParaRPr lang="en-US" sz="950" dirty="0"/>
          </a:p>
        </p:txBody>
      </p:sp>
      <p:sp>
        <p:nvSpPr>
          <p:cNvPr id="58" name="Text 4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· Same API · Anywhere — laptop, cloud, HPC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 and Read-only — same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1878178"/>
            <a:ext cx="358445" cy="3584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783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2075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Read / Write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dictionary builder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edits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&amp; endpoints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0520" y="2798064"/>
            <a:ext cx="822960" cy="822960"/>
          </a:xfrm>
          <a:prstGeom prst="ellipse">
            <a:avLst/>
          </a:prstGeom>
          <a:solidFill>
            <a:srgbClr val="F0FDFA"/>
          </a:solidFill>
          <a:ln w="15875">
            <a:solidFill>
              <a:srgbClr val="189C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60520" y="28620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155448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73152" cy="30175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212080" y="173736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898" y="1878178"/>
            <a:ext cx="358445" cy="35844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8932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mode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989320" y="2075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Parquet snapshot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34924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(read-only)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queries (resolver)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writes / no ETL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HPC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Immutable · Reproducible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7696" y="91440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16459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914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33688" y="310896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38404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04504" y="274320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50292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95944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4997196"/>
            <a:ext cx="54864" cy="54864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4942332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500634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4786884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472287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832604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" y="459486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640080" cy="457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Reports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statistics to biologically contextualised insight.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ENRICHMENT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statistical results to biological insight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011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011680" cy="9144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874520"/>
            <a:ext cx="713232" cy="71323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191109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97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" y="32278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Analysis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" y="359359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GWAS / EWAS locally and get statistical results.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427732" y="2903220"/>
            <a:ext cx="82296" cy="0"/>
          </a:xfrm>
          <a:prstGeom prst="line">
            <a:avLst/>
          </a:prstGeom>
          <a:noFill/>
          <a:ln w="28575">
            <a:solidFill>
              <a:srgbClr val="189C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14600" y="1600200"/>
            <a:ext cx="2011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14600" y="1600200"/>
            <a:ext cx="2011680" cy="9144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163824" y="1874520"/>
            <a:ext cx="713232" cy="713232"/>
          </a:xfrm>
          <a:prstGeom prst="ellipse">
            <a:avLst/>
          </a:prstGeom>
          <a:solidFill>
            <a:srgbClr val="F0FDFA"/>
          </a:solidFill>
          <a:ln w="19050">
            <a:solidFill>
              <a:srgbClr val="189C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63824" y="191109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69748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79192" y="32278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 Reports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679192" y="359359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IGEM server for annotations and biological context.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30852" y="2903220"/>
            <a:ext cx="82296" cy="0"/>
          </a:xfrm>
          <a:prstGeom prst="line">
            <a:avLst/>
          </a:prstGeom>
          <a:noFill/>
          <a:ln w="28575">
            <a:solidFill>
              <a:srgbClr val="189C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17720" y="1600200"/>
            <a:ext cx="2011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617720" y="1600200"/>
            <a:ext cx="2011680" cy="9144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266944" y="1874520"/>
            <a:ext cx="713232" cy="71323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266944" y="191109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69748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82312" y="32278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782312" y="359359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are resolved against a curated biomedical graph.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633972" y="2903220"/>
            <a:ext cx="82296" cy="0"/>
          </a:xfrm>
          <a:prstGeom prst="line">
            <a:avLst/>
          </a:prstGeom>
          <a:noFill/>
          <a:ln w="28575">
            <a:solidFill>
              <a:srgbClr val="189C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720840" y="1600200"/>
            <a:ext cx="2011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720840" y="1600200"/>
            <a:ext cx="2011680" cy="9144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7370064" y="1874520"/>
            <a:ext cx="713232" cy="713232"/>
          </a:xfrm>
          <a:prstGeom prst="ellipse">
            <a:avLst/>
          </a:prstGeom>
          <a:solidFill>
            <a:srgbClr val="F0FDFA"/>
          </a:solidFill>
          <a:ln w="19050">
            <a:solidFill>
              <a:srgbClr val="189C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370064" y="191109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697480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85432" y="32278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Results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885432" y="359359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typed DataFrame with genes, pathways, diseases.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workflow. Different execution modes — Remote server (HTTPS) or Embedded snapshot (DuckDB).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knowledge enrichment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" y="173736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185806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gene_annotations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19842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Cross-references, genomic location, aliases…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90872" y="155448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90872" y="1554480"/>
            <a:ext cx="73152" cy="91440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55464" y="173736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165" y="185806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59552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pathway_annotations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559552" y="19842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Pathways, sources, evidence…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2633472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57200" y="2633472"/>
            <a:ext cx="73152" cy="9144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1792" y="2816352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3" y="2937053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2770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disease_annotations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25880" y="306324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Diseases, traits, ontologies, x-refs…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90872" y="2633472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690872" y="2633472"/>
            <a:ext cx="73152" cy="91440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855464" y="2816352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165" y="2937053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59552" y="2770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protein_annotations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559552" y="306324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UniProt, domains, function, interactions…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3712464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7200" y="3712464"/>
            <a:ext cx="73152" cy="9144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21792" y="3895344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3" y="4016045"/>
            <a:ext cx="307238" cy="30723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5880" y="38496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go_annotations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325880" y="414223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terms, namespace, definitions…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690872" y="3712464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690872" y="3712464"/>
            <a:ext cx="73152" cy="91440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4855464" y="3895344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6165" y="4016045"/>
            <a:ext cx="307238" cy="30723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559552" y="38496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exposure_annotations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5559552" y="414223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CTD, HMDB, lifestyle &amp; environment terms…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return typed DataFrames — export to CSV or work in Python directly.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7696" y="91440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16459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914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33688" y="310896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38404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04504" y="274320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50292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95944" y="566928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4997196"/>
            <a:ext cx="54864" cy="54864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4942332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500634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4786884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472287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832604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" y="4594860"/>
            <a:ext cx="45720" cy="45720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539996"/>
            <a:ext cx="36576" cy="36576"/>
          </a:xfrm>
          <a:prstGeom prst="ellipse">
            <a:avLst/>
          </a:prstGeom>
          <a:solidFill>
            <a:srgbClr val="DBEAF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640080" cy="457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billions of pairs to biologically grounded hypotheses.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VARIANTS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— Variant interactions via shared pathways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1188" y="15544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" y="1554480"/>
            <a:ext cx="73152" cy="27432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4068" y="175564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1866290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29868" y="1719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29868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list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4068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variants as chr:position (1-based).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4068" y="3429000"/>
            <a:ext cx="233172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5508" y="3483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chr19:44904604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chr1:13259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chr15:63279422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chr2:47681234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23260" y="15544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23260" y="1554480"/>
            <a:ext cx="73152" cy="274320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406140" y="1755648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782" y="1866290"/>
            <a:ext cx="281635" cy="281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091940" y="1719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SERVER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091940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Group → Connect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40614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 maps variants to genes, groups by pathway, and computes gene–gene and variant–variant interactions.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406140" y="3429000"/>
            <a:ext cx="233172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97580" y="3483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  →  GENES  →  PATHWAYS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MMP9 · TP53 · BRCA1 · ESR1 · STAT3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085332" y="15544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085332" y="1554480"/>
            <a:ext cx="73152" cy="27432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268212" y="175564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54" y="1866290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54012" y="1719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OUTPUT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954012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interactions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6268212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Variant–variant pairs whose genes participate in the same pathway(s).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68212" y="3429000"/>
            <a:ext cx="233172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359652" y="3483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snp_pair · in_pathway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rs375842162 — rs1035196709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rs968622620 — rs1035196709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prioritised SNP–SNP pairs grounded in curated pathway evidence (Reactome, KEGG…).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EXAMPLE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snp_snp_model report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1508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" y="1691640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2416" y="1691640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16276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igem · terminal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igem report run \
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--report-name 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snp_snp_model \
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--input </a:t>
            </a: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chr19:44904604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--input </a:t>
            </a: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chr1:13259 \
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--param </a:t>
            </a: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window_bp=0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--param </a:t>
            </a: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group_entity_groups=Pathways \
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--output </a:t>
            </a: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snp_snp.csv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5120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snp_snp.csv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4754880" cy="975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gene_pair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APH1B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snp_pair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MMP9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snp_pair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3246120"/>
            <a:ext cx="2926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3246120"/>
            <a:ext cx="73152" cy="141732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summary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1,532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594360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variant–variant interactions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91440"/>
            <a:ext cx="54864" cy="54864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64592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1440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310896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38404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274320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" y="502920"/>
            <a:ext cx="45720" cy="4572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" y="56692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566928"/>
            <a:ext cx="36576" cy="36576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97696" y="4997196"/>
            <a:ext cx="54864" cy="54864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51392" y="4942332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14232" y="500634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33688" y="4786884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78240" y="472287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04504" y="4832604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560" y="4594860"/>
            <a:ext cx="45720" cy="45720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06256" y="453999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95944" y="4539996"/>
            <a:ext cx="36576" cy="36576"/>
          </a:xfrm>
          <a:prstGeom prst="ellipse">
            <a:avLst/>
          </a:prstGeom>
          <a:solidFill>
            <a:srgbClr val="189C9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22" name="Shape 20"/>
          <p:cNvSpPr/>
          <p:nvPr/>
        </p:nvSpPr>
        <p:spPr>
          <a:xfrm>
            <a:off x="4023360" y="2286000"/>
            <a:ext cx="548640" cy="36576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286000"/>
            <a:ext cx="548640" cy="36576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billions of possible interactions to biologically grounded hypotheses.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310896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87552" y="324612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" y="3356762"/>
            <a:ext cx="281635" cy="28163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00200" y="32004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IGEM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60020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snapshot for reproducibility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83280" y="310896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383280" y="3108960"/>
            <a:ext cx="73152" cy="868680"/>
          </a:xfrm>
          <a:prstGeom prst="rect">
            <a:avLst/>
          </a:prstGeom>
          <a:solidFill>
            <a:srgbClr val="189C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547872" y="324612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514" y="3356762"/>
            <a:ext cx="281635" cy="28163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160520" y="32004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16052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cloud · HPC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943600" y="3108960"/>
            <a:ext cx="2377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943600" y="3108960"/>
            <a:ext cx="73152" cy="86868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108192" y="324612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834" y="3356762"/>
            <a:ext cx="281635" cy="28163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720840" y="32004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community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72084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curated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r>
              <a:rPr lang="en-US" sz="1400" b="1" dirty="0">
                <a:solidFill>
                  <a:srgbClr val="18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Genomics — Exposomics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847</Words>
  <Application>Microsoft Macintosh PowerPoint</Application>
  <PresentationFormat>On-screen Show (16:9)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IGEM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IGEM — Genomics × Exposomics</dc:title>
  <dc:subject>Integrating Genomics and Exposomics to decode Gene–Environment interactions</dc:subject>
  <dc:creator>IGEM</dc:creator>
  <cp:lastModifiedBy>Rico, Andre Luis</cp:lastModifiedBy>
  <cp:revision>1</cp:revision>
  <dcterms:created xsi:type="dcterms:W3CDTF">2026-05-08T22:38:33Z</dcterms:created>
  <dcterms:modified xsi:type="dcterms:W3CDTF">2026-05-09T00:29:40Z</dcterms:modified>
</cp:coreProperties>
</file>